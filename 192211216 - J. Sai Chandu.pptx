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Lst>
  <p:sldSz cx="16459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F5CD"/>
    <a:srgbClr val="FCDCBF"/>
    <a:srgbClr val="BFE7FF"/>
    <a:srgbClr val="FFCFE7"/>
    <a:srgbClr val="FED67F"/>
    <a:srgbClr val="5F5F5F"/>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33" d="100"/>
          <a:sy n="33" d="100"/>
        </p:scale>
        <p:origin x="1472" y="-33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du, Jonnalagadda Sai (Contractor)" userId="7ab3c062-aefa-4aa4-b293-1ce9095678b6" providerId="ADAL" clId="{27871445-270C-48FE-A494-BF3A416C5EFD}"/>
    <pc:docChg chg="modSld">
      <pc:chgData name="Chandu, Jonnalagadda Sai (Contractor)" userId="7ab3c062-aefa-4aa4-b293-1ce9095678b6" providerId="ADAL" clId="{27871445-270C-48FE-A494-BF3A416C5EFD}" dt="2026-05-20T06:00:05.434" v="33" actId="20577"/>
      <pc:docMkLst>
        <pc:docMk/>
      </pc:docMkLst>
      <pc:sldChg chg="modSp mod">
        <pc:chgData name="Chandu, Jonnalagadda Sai (Contractor)" userId="7ab3c062-aefa-4aa4-b293-1ce9095678b6" providerId="ADAL" clId="{27871445-270C-48FE-A494-BF3A416C5EFD}" dt="2026-05-20T06:00:05.434" v="33" actId="20577"/>
        <pc:sldMkLst>
          <pc:docMk/>
          <pc:sldMk cId="2249810669" sldId="256"/>
        </pc:sldMkLst>
        <pc:spChg chg="mod">
          <ac:chgData name="Chandu, Jonnalagadda Sai (Contractor)" userId="7ab3c062-aefa-4aa4-b293-1ce9095678b6" providerId="ADAL" clId="{27871445-270C-48FE-A494-BF3A416C5EFD}" dt="2026-05-20T05:57:06.472" v="4" actId="20577"/>
          <ac:spMkLst>
            <pc:docMk/>
            <pc:sldMk cId="2249810669" sldId="256"/>
            <ac:spMk id="15" creationId="{937EBDFB-488C-7F01-6765-9DA15C34FC9B}"/>
          </ac:spMkLst>
        </pc:spChg>
        <pc:spChg chg="mod">
          <ac:chgData name="Chandu, Jonnalagadda Sai (Contractor)" userId="7ab3c062-aefa-4aa4-b293-1ce9095678b6" providerId="ADAL" clId="{27871445-270C-48FE-A494-BF3A416C5EFD}" dt="2026-05-20T06:00:05.434" v="33" actId="20577"/>
          <ac:spMkLst>
            <pc:docMk/>
            <pc:sldMk cId="2249810669" sldId="256"/>
            <ac:spMk id="21" creationId="{1ADA572C-8D6A-CFC2-F5A5-FFF115C260E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34441" y="5387365"/>
            <a:ext cx="13990320" cy="11460480"/>
          </a:xfrm>
        </p:spPr>
        <p:txBody>
          <a:bodyPr anchor="b"/>
          <a:lstStyle>
            <a:lvl1pPr algn="ctr">
              <a:defRPr sz="10810"/>
            </a:lvl1pPr>
          </a:lstStyle>
          <a:p>
            <a:r>
              <a:rPr lang="en-US"/>
              <a:t>Click to edit Master title style</a:t>
            </a:r>
            <a:endParaRPr lang="en-US" dirty="0"/>
          </a:p>
        </p:txBody>
      </p:sp>
      <p:sp>
        <p:nvSpPr>
          <p:cNvPr id="3" name="Subtitle 2"/>
          <p:cNvSpPr>
            <a:spLocks noGrp="1"/>
          </p:cNvSpPr>
          <p:nvPr>
            <p:ph type="subTitle" idx="1"/>
          </p:nvPr>
        </p:nvSpPr>
        <p:spPr>
          <a:xfrm>
            <a:off x="2057400" y="17289780"/>
            <a:ext cx="12344400" cy="7947659"/>
          </a:xfrm>
        </p:spPr>
        <p:txBody>
          <a:bodyPr/>
          <a:lstStyle>
            <a:lvl1pPr marL="0" indent="0" algn="ctr">
              <a:buNone/>
              <a:defRPr sz="4323"/>
            </a:lvl1pPr>
            <a:lvl2pPr marL="823285" indent="0" algn="ctr">
              <a:buNone/>
              <a:defRPr sz="3602"/>
            </a:lvl2pPr>
            <a:lvl3pPr marL="1646571" indent="0" algn="ctr">
              <a:buNone/>
              <a:defRPr sz="3241"/>
            </a:lvl3pPr>
            <a:lvl4pPr marL="2469856" indent="0" algn="ctr">
              <a:buNone/>
              <a:defRPr sz="2880"/>
            </a:lvl4pPr>
            <a:lvl5pPr marL="3293142" indent="0" algn="ctr">
              <a:buNone/>
              <a:defRPr sz="2880"/>
            </a:lvl5pPr>
            <a:lvl6pPr marL="4116427" indent="0" algn="ctr">
              <a:buNone/>
              <a:defRPr sz="2880"/>
            </a:lvl6pPr>
            <a:lvl7pPr marL="4939713" indent="0" algn="ctr">
              <a:buNone/>
              <a:defRPr sz="2880"/>
            </a:lvl7pPr>
            <a:lvl8pPr marL="5762993" indent="0" algn="ctr">
              <a:buNone/>
              <a:defRPr sz="2880"/>
            </a:lvl8pPr>
            <a:lvl9pPr marL="6586284" indent="0" algn="ctr">
              <a:buNone/>
              <a:defRPr sz="28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668891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121152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2998" y="8206752"/>
            <a:ext cx="14196060" cy="13693136"/>
          </a:xfrm>
        </p:spPr>
        <p:txBody>
          <a:bodyPr anchor="b"/>
          <a:lstStyle>
            <a:lvl1pPr>
              <a:defRPr sz="10810"/>
            </a:lvl1pPr>
          </a:lstStyle>
          <a:p>
            <a:r>
              <a:rPr lang="en-US"/>
              <a:t>Click to edit Master title style</a:t>
            </a:r>
            <a:endParaRPr lang="en-US" dirty="0"/>
          </a:p>
        </p:txBody>
      </p:sp>
      <p:sp>
        <p:nvSpPr>
          <p:cNvPr id="3" name="Text Placeholder 2"/>
          <p:cNvSpPr>
            <a:spLocks noGrp="1"/>
          </p:cNvSpPr>
          <p:nvPr>
            <p:ph type="body" idx="1"/>
          </p:nvPr>
        </p:nvSpPr>
        <p:spPr>
          <a:xfrm>
            <a:off x="1122998" y="22029429"/>
            <a:ext cx="14196060" cy="7200899"/>
          </a:xfrm>
        </p:spPr>
        <p:txBody>
          <a:bodyPr/>
          <a:lstStyle>
            <a:lvl1pPr marL="0" indent="0">
              <a:buNone/>
              <a:defRPr sz="4323">
                <a:solidFill>
                  <a:schemeClr val="tx1"/>
                </a:solidFill>
              </a:defRPr>
            </a:lvl1pPr>
            <a:lvl2pPr marL="823285" indent="0">
              <a:buNone/>
              <a:defRPr sz="3602">
                <a:solidFill>
                  <a:schemeClr val="tx1">
                    <a:tint val="75000"/>
                  </a:schemeClr>
                </a:solidFill>
              </a:defRPr>
            </a:lvl2pPr>
            <a:lvl3pPr marL="1646571" indent="0">
              <a:buNone/>
              <a:defRPr sz="3241">
                <a:solidFill>
                  <a:schemeClr val="tx1">
                    <a:tint val="75000"/>
                  </a:schemeClr>
                </a:solidFill>
              </a:defRPr>
            </a:lvl3pPr>
            <a:lvl4pPr marL="2469856" indent="0">
              <a:buNone/>
              <a:defRPr sz="2880">
                <a:solidFill>
                  <a:schemeClr val="tx1">
                    <a:tint val="75000"/>
                  </a:schemeClr>
                </a:solidFill>
              </a:defRPr>
            </a:lvl4pPr>
            <a:lvl5pPr marL="3293142" indent="0">
              <a:buNone/>
              <a:defRPr sz="2880">
                <a:solidFill>
                  <a:schemeClr val="tx1">
                    <a:tint val="75000"/>
                  </a:schemeClr>
                </a:solidFill>
              </a:defRPr>
            </a:lvl5pPr>
            <a:lvl6pPr marL="4116427" indent="0">
              <a:buNone/>
              <a:defRPr sz="2880">
                <a:solidFill>
                  <a:schemeClr val="tx1">
                    <a:tint val="75000"/>
                  </a:schemeClr>
                </a:solidFill>
              </a:defRPr>
            </a:lvl6pPr>
            <a:lvl7pPr marL="4939713" indent="0">
              <a:buNone/>
              <a:defRPr sz="2880">
                <a:solidFill>
                  <a:schemeClr val="tx1">
                    <a:tint val="75000"/>
                  </a:schemeClr>
                </a:solidFill>
              </a:defRPr>
            </a:lvl7pPr>
            <a:lvl8pPr marL="5762993" indent="0">
              <a:buNone/>
              <a:defRPr sz="2880">
                <a:solidFill>
                  <a:schemeClr val="tx1">
                    <a:tint val="75000"/>
                  </a:schemeClr>
                </a:solidFill>
              </a:defRPr>
            </a:lvl8pPr>
            <a:lvl9pPr marL="6586284" indent="0">
              <a:buNone/>
              <a:defRPr sz="28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22DA87-17A3-43A0-B86E-2FCFB6EFBC32}"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374664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31570" y="8763025"/>
            <a:ext cx="6995160" cy="208864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332470" y="8763025"/>
            <a:ext cx="6995160" cy="208864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22DA87-17A3-43A0-B86E-2FCFB6EFBC32}" type="datetimeFigureOut">
              <a:rPr lang="en-IN" smtClean="0"/>
              <a:t>20-05-2026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966996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33714" y="1752608"/>
            <a:ext cx="14196060" cy="636270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33716" y="8069588"/>
            <a:ext cx="6963012" cy="3954780"/>
          </a:xfrm>
        </p:spPr>
        <p:txBody>
          <a:bodyPr anchor="b"/>
          <a:lstStyle>
            <a:lvl1pPr marL="0" indent="0">
              <a:buNone/>
              <a:defRPr sz="4323" b="1"/>
            </a:lvl1pPr>
            <a:lvl2pPr marL="823285" indent="0">
              <a:buNone/>
              <a:defRPr sz="3602" b="1"/>
            </a:lvl2pPr>
            <a:lvl3pPr marL="1646571" indent="0">
              <a:buNone/>
              <a:defRPr sz="3241" b="1"/>
            </a:lvl3pPr>
            <a:lvl4pPr marL="2469856" indent="0">
              <a:buNone/>
              <a:defRPr sz="2880" b="1"/>
            </a:lvl4pPr>
            <a:lvl5pPr marL="3293142" indent="0">
              <a:buNone/>
              <a:defRPr sz="2880" b="1"/>
            </a:lvl5pPr>
            <a:lvl6pPr marL="4116427" indent="0">
              <a:buNone/>
              <a:defRPr sz="2880" b="1"/>
            </a:lvl6pPr>
            <a:lvl7pPr marL="4939713" indent="0">
              <a:buNone/>
              <a:defRPr sz="2880" b="1"/>
            </a:lvl7pPr>
            <a:lvl8pPr marL="5762993" indent="0">
              <a:buNone/>
              <a:defRPr sz="2880" b="1"/>
            </a:lvl8pPr>
            <a:lvl9pPr marL="6586284" indent="0">
              <a:buNone/>
              <a:defRPr sz="2880" b="1"/>
            </a:lvl9pPr>
          </a:lstStyle>
          <a:p>
            <a:pPr lvl="0"/>
            <a:r>
              <a:rPr lang="en-US"/>
              <a:t>Click to edit Master text styles</a:t>
            </a:r>
          </a:p>
        </p:txBody>
      </p:sp>
      <p:sp>
        <p:nvSpPr>
          <p:cNvPr id="4" name="Content Placeholder 3"/>
          <p:cNvSpPr>
            <a:spLocks noGrp="1"/>
          </p:cNvSpPr>
          <p:nvPr>
            <p:ph sz="half" idx="2"/>
          </p:nvPr>
        </p:nvSpPr>
        <p:spPr>
          <a:xfrm>
            <a:off x="1133716" y="12024360"/>
            <a:ext cx="6963012" cy="176860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332471" y="8069588"/>
            <a:ext cx="6997304" cy="3954780"/>
          </a:xfrm>
        </p:spPr>
        <p:txBody>
          <a:bodyPr anchor="b"/>
          <a:lstStyle>
            <a:lvl1pPr marL="0" indent="0">
              <a:buNone/>
              <a:defRPr sz="4323" b="1"/>
            </a:lvl1pPr>
            <a:lvl2pPr marL="823285" indent="0">
              <a:buNone/>
              <a:defRPr sz="3602" b="1"/>
            </a:lvl2pPr>
            <a:lvl3pPr marL="1646571" indent="0">
              <a:buNone/>
              <a:defRPr sz="3241" b="1"/>
            </a:lvl3pPr>
            <a:lvl4pPr marL="2469856" indent="0">
              <a:buNone/>
              <a:defRPr sz="2880" b="1"/>
            </a:lvl4pPr>
            <a:lvl5pPr marL="3293142" indent="0">
              <a:buNone/>
              <a:defRPr sz="2880" b="1"/>
            </a:lvl5pPr>
            <a:lvl6pPr marL="4116427" indent="0">
              <a:buNone/>
              <a:defRPr sz="2880" b="1"/>
            </a:lvl6pPr>
            <a:lvl7pPr marL="4939713" indent="0">
              <a:buNone/>
              <a:defRPr sz="2880" b="1"/>
            </a:lvl7pPr>
            <a:lvl8pPr marL="5762993" indent="0">
              <a:buNone/>
              <a:defRPr sz="2880" b="1"/>
            </a:lvl8pPr>
            <a:lvl9pPr marL="6586284" indent="0">
              <a:buNone/>
              <a:defRPr sz="2880" b="1"/>
            </a:lvl9pPr>
          </a:lstStyle>
          <a:p>
            <a:pPr lvl="0"/>
            <a:r>
              <a:rPr lang="en-US"/>
              <a:t>Click to edit Master text styles</a:t>
            </a:r>
          </a:p>
        </p:txBody>
      </p:sp>
      <p:sp>
        <p:nvSpPr>
          <p:cNvPr id="6" name="Content Placeholder 5"/>
          <p:cNvSpPr>
            <a:spLocks noGrp="1"/>
          </p:cNvSpPr>
          <p:nvPr>
            <p:ph sz="quarter" idx="4"/>
          </p:nvPr>
        </p:nvSpPr>
        <p:spPr>
          <a:xfrm>
            <a:off x="8332471" y="12024360"/>
            <a:ext cx="6997304" cy="176860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22DA87-17A3-43A0-B86E-2FCFB6EFBC32}" type="datetimeFigureOut">
              <a:rPr lang="en-IN" smtClean="0"/>
              <a:t>20-05-2026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922208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2DA87-17A3-43A0-B86E-2FCFB6EFBC32}" type="datetimeFigureOut">
              <a:rPr lang="en-IN" smtClean="0"/>
              <a:t>20-05-2026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917478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2DA87-17A3-43A0-B86E-2FCFB6EFBC32}" type="datetimeFigureOut">
              <a:rPr lang="en-IN" smtClean="0"/>
              <a:t>20-05-2026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748770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33714" y="2194584"/>
            <a:ext cx="5308520" cy="7680961"/>
          </a:xfrm>
        </p:spPr>
        <p:txBody>
          <a:bodyPr anchor="b"/>
          <a:lstStyle>
            <a:lvl1pPr>
              <a:defRPr sz="5761"/>
            </a:lvl1pPr>
          </a:lstStyle>
          <a:p>
            <a:r>
              <a:rPr lang="en-US"/>
              <a:t>Click to edit Master title style</a:t>
            </a:r>
            <a:endParaRPr lang="en-US" dirty="0"/>
          </a:p>
        </p:txBody>
      </p:sp>
      <p:sp>
        <p:nvSpPr>
          <p:cNvPr id="3" name="Content Placeholder 2"/>
          <p:cNvSpPr>
            <a:spLocks noGrp="1"/>
          </p:cNvSpPr>
          <p:nvPr>
            <p:ph idx="1"/>
          </p:nvPr>
        </p:nvSpPr>
        <p:spPr>
          <a:xfrm>
            <a:off x="6997304" y="4739649"/>
            <a:ext cx="8332470" cy="23393398"/>
          </a:xfrm>
        </p:spPr>
        <p:txBody>
          <a:bodyPr/>
          <a:lstStyle>
            <a:lvl1pPr>
              <a:defRPr sz="5761"/>
            </a:lvl1pPr>
            <a:lvl2pPr>
              <a:defRPr sz="5039"/>
            </a:lvl2pPr>
            <a:lvl3pPr>
              <a:defRPr sz="4323"/>
            </a:lvl3pPr>
            <a:lvl4pPr>
              <a:defRPr sz="3602"/>
            </a:lvl4pPr>
            <a:lvl5pPr>
              <a:defRPr sz="3602"/>
            </a:lvl5pPr>
            <a:lvl6pPr>
              <a:defRPr sz="3602"/>
            </a:lvl6pPr>
            <a:lvl7pPr>
              <a:defRPr sz="3602"/>
            </a:lvl7pPr>
            <a:lvl8pPr>
              <a:defRPr sz="3602"/>
            </a:lvl8pPr>
            <a:lvl9pPr>
              <a:defRPr sz="360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33714" y="9875517"/>
            <a:ext cx="5308520" cy="18295624"/>
          </a:xfrm>
        </p:spPr>
        <p:txBody>
          <a:bodyPr/>
          <a:lstStyle>
            <a:lvl1pPr marL="0" indent="0">
              <a:buNone/>
              <a:defRPr sz="2880"/>
            </a:lvl1pPr>
            <a:lvl2pPr marL="823285" indent="0">
              <a:buNone/>
              <a:defRPr sz="2520"/>
            </a:lvl2pPr>
            <a:lvl3pPr marL="1646571" indent="0">
              <a:buNone/>
              <a:defRPr sz="2159"/>
            </a:lvl3pPr>
            <a:lvl4pPr marL="2469856" indent="0">
              <a:buNone/>
              <a:defRPr sz="1798"/>
            </a:lvl4pPr>
            <a:lvl5pPr marL="3293142" indent="0">
              <a:buNone/>
              <a:defRPr sz="1798"/>
            </a:lvl5pPr>
            <a:lvl6pPr marL="4116427" indent="0">
              <a:buNone/>
              <a:defRPr sz="1798"/>
            </a:lvl6pPr>
            <a:lvl7pPr marL="4939713" indent="0">
              <a:buNone/>
              <a:defRPr sz="1798"/>
            </a:lvl7pPr>
            <a:lvl8pPr marL="5762993" indent="0">
              <a:buNone/>
              <a:defRPr sz="1798"/>
            </a:lvl8pPr>
            <a:lvl9pPr marL="6586284" indent="0">
              <a:buNone/>
              <a:defRPr sz="1798"/>
            </a:lvl9pPr>
          </a:lstStyle>
          <a:p>
            <a:pPr lvl="0"/>
            <a:r>
              <a:rPr lang="en-US"/>
              <a:t>Click to 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20-05-2026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199882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33714" y="2194584"/>
            <a:ext cx="5308520" cy="7680961"/>
          </a:xfrm>
        </p:spPr>
        <p:txBody>
          <a:bodyPr anchor="b"/>
          <a:lstStyle>
            <a:lvl1pPr>
              <a:defRPr sz="5761"/>
            </a:lvl1pPr>
          </a:lstStyle>
          <a:p>
            <a:r>
              <a:rPr lang="en-US"/>
              <a:t>Click to edit Master title style</a:t>
            </a:r>
            <a:endParaRPr lang="en-US" dirty="0"/>
          </a:p>
        </p:txBody>
      </p:sp>
      <p:sp>
        <p:nvSpPr>
          <p:cNvPr id="3" name="Picture Placeholder 2"/>
          <p:cNvSpPr>
            <a:spLocks noGrp="1" noChangeAspect="1"/>
          </p:cNvSpPr>
          <p:nvPr>
            <p:ph type="pic" idx="1"/>
          </p:nvPr>
        </p:nvSpPr>
        <p:spPr>
          <a:xfrm>
            <a:off x="6997304" y="4739649"/>
            <a:ext cx="8332470" cy="23393398"/>
          </a:xfrm>
        </p:spPr>
        <p:txBody>
          <a:bodyPr anchor="t"/>
          <a:lstStyle>
            <a:lvl1pPr marL="0" indent="0">
              <a:buNone/>
              <a:defRPr sz="5761"/>
            </a:lvl1pPr>
            <a:lvl2pPr marL="823285" indent="0">
              <a:buNone/>
              <a:defRPr sz="5039"/>
            </a:lvl2pPr>
            <a:lvl3pPr marL="1646571" indent="0">
              <a:buNone/>
              <a:defRPr sz="4323"/>
            </a:lvl3pPr>
            <a:lvl4pPr marL="2469856" indent="0">
              <a:buNone/>
              <a:defRPr sz="3602"/>
            </a:lvl4pPr>
            <a:lvl5pPr marL="3293142" indent="0">
              <a:buNone/>
              <a:defRPr sz="3602"/>
            </a:lvl5pPr>
            <a:lvl6pPr marL="4116427" indent="0">
              <a:buNone/>
              <a:defRPr sz="3602"/>
            </a:lvl6pPr>
            <a:lvl7pPr marL="4939713" indent="0">
              <a:buNone/>
              <a:defRPr sz="3602"/>
            </a:lvl7pPr>
            <a:lvl8pPr marL="5762993" indent="0">
              <a:buNone/>
              <a:defRPr sz="3602"/>
            </a:lvl8pPr>
            <a:lvl9pPr marL="6586284" indent="0">
              <a:buNone/>
              <a:defRPr sz="3602"/>
            </a:lvl9pPr>
          </a:lstStyle>
          <a:p>
            <a:r>
              <a:rPr lang="en-US"/>
              <a:t>Click icon to add picture</a:t>
            </a:r>
            <a:endParaRPr lang="en-US" dirty="0"/>
          </a:p>
        </p:txBody>
      </p:sp>
      <p:sp>
        <p:nvSpPr>
          <p:cNvPr id="4" name="Text Placeholder 3"/>
          <p:cNvSpPr>
            <a:spLocks noGrp="1"/>
          </p:cNvSpPr>
          <p:nvPr>
            <p:ph type="body" sz="half" idx="2"/>
          </p:nvPr>
        </p:nvSpPr>
        <p:spPr>
          <a:xfrm>
            <a:off x="1133714" y="9875517"/>
            <a:ext cx="5308520" cy="18295624"/>
          </a:xfrm>
        </p:spPr>
        <p:txBody>
          <a:bodyPr/>
          <a:lstStyle>
            <a:lvl1pPr marL="0" indent="0">
              <a:buNone/>
              <a:defRPr sz="2880"/>
            </a:lvl1pPr>
            <a:lvl2pPr marL="823285" indent="0">
              <a:buNone/>
              <a:defRPr sz="2520"/>
            </a:lvl2pPr>
            <a:lvl3pPr marL="1646571" indent="0">
              <a:buNone/>
              <a:defRPr sz="2159"/>
            </a:lvl3pPr>
            <a:lvl4pPr marL="2469856" indent="0">
              <a:buNone/>
              <a:defRPr sz="1798"/>
            </a:lvl4pPr>
            <a:lvl5pPr marL="3293142" indent="0">
              <a:buNone/>
              <a:defRPr sz="1798"/>
            </a:lvl5pPr>
            <a:lvl6pPr marL="4116427" indent="0">
              <a:buNone/>
              <a:defRPr sz="1798"/>
            </a:lvl6pPr>
            <a:lvl7pPr marL="4939713" indent="0">
              <a:buNone/>
              <a:defRPr sz="1798"/>
            </a:lvl7pPr>
            <a:lvl8pPr marL="5762993" indent="0">
              <a:buNone/>
              <a:defRPr sz="1798"/>
            </a:lvl8pPr>
            <a:lvl9pPr marL="6586284" indent="0">
              <a:buNone/>
              <a:defRPr sz="1798"/>
            </a:lvl9pPr>
          </a:lstStyle>
          <a:p>
            <a:pPr lvl="0"/>
            <a:r>
              <a:rPr lang="en-US"/>
              <a:t>Click to 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20-05-2026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92985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764979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78616" y="1752621"/>
            <a:ext cx="3549015" cy="2789682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31576" y="1752621"/>
            <a:ext cx="10441305" cy="278968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380149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31570" y="1752608"/>
            <a:ext cx="14196060" cy="63627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31570" y="8763025"/>
            <a:ext cx="14196060" cy="208864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31570" y="30510502"/>
            <a:ext cx="3703320" cy="1752598"/>
          </a:xfrm>
          <a:prstGeom prst="rect">
            <a:avLst/>
          </a:prstGeom>
        </p:spPr>
        <p:txBody>
          <a:bodyPr vert="horz" lIns="91440" tIns="45720" rIns="91440" bIns="45720" rtlCol="0" anchor="ctr"/>
          <a:lstStyle>
            <a:lvl1pPr algn="l">
              <a:defRPr sz="2159">
                <a:solidFill>
                  <a:schemeClr val="tx1">
                    <a:tint val="75000"/>
                  </a:schemeClr>
                </a:solidFill>
              </a:defRPr>
            </a:lvl1pPr>
          </a:lstStyle>
          <a:p>
            <a:fld id="{3E22DA87-17A3-43A0-B86E-2FCFB6EFBC32}" type="datetimeFigureOut">
              <a:rPr lang="en-IN" smtClean="0"/>
              <a:t>20-05-2026</a:t>
            </a:fld>
            <a:endParaRPr lang="en-IN"/>
          </a:p>
        </p:txBody>
      </p:sp>
      <p:sp>
        <p:nvSpPr>
          <p:cNvPr id="5" name="Footer Placeholder 4"/>
          <p:cNvSpPr>
            <a:spLocks noGrp="1"/>
          </p:cNvSpPr>
          <p:nvPr>
            <p:ph type="ftr" sz="quarter" idx="3"/>
          </p:nvPr>
        </p:nvSpPr>
        <p:spPr>
          <a:xfrm>
            <a:off x="5452110" y="30510502"/>
            <a:ext cx="5554980" cy="1752598"/>
          </a:xfrm>
          <a:prstGeom prst="rect">
            <a:avLst/>
          </a:prstGeom>
        </p:spPr>
        <p:txBody>
          <a:bodyPr vert="horz" lIns="91440" tIns="45720" rIns="91440" bIns="45720" rtlCol="0" anchor="ctr"/>
          <a:lstStyle>
            <a:lvl1pPr algn="ctr">
              <a:defRPr sz="2159">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1624310" y="30510502"/>
            <a:ext cx="3703320" cy="1752598"/>
          </a:xfrm>
          <a:prstGeom prst="rect">
            <a:avLst/>
          </a:prstGeom>
        </p:spPr>
        <p:txBody>
          <a:bodyPr vert="horz" lIns="91440" tIns="45720" rIns="91440" bIns="45720" rtlCol="0" anchor="ctr"/>
          <a:lstStyle>
            <a:lvl1pPr algn="r">
              <a:defRPr sz="2159">
                <a:solidFill>
                  <a:schemeClr val="tx1">
                    <a:tint val="75000"/>
                  </a:schemeClr>
                </a:solidFill>
              </a:defRPr>
            </a:lvl1pPr>
          </a:lstStyle>
          <a:p>
            <a:fld id="{4F033070-D223-4E7B-BBE1-DD4C7F7A138D}" type="slidenum">
              <a:rPr lang="en-IN" smtClean="0"/>
              <a:t>‹#›</a:t>
            </a:fld>
            <a:endParaRPr lang="en-IN"/>
          </a:p>
        </p:txBody>
      </p:sp>
    </p:spTree>
    <p:extLst>
      <p:ext uri="{BB962C8B-B14F-4D97-AF65-F5344CB8AC3E}">
        <p14:creationId xmlns:p14="http://schemas.microsoft.com/office/powerpoint/2010/main" val="35967978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646571" rtl="0" eaLnBrk="1" latinLnBrk="0" hangingPunct="1">
        <a:lnSpc>
          <a:spcPct val="90000"/>
        </a:lnSpc>
        <a:spcBef>
          <a:spcPct val="0"/>
        </a:spcBef>
        <a:buNone/>
        <a:defRPr sz="7920" kern="1200">
          <a:solidFill>
            <a:schemeClr val="tx1"/>
          </a:solidFill>
          <a:latin typeface="+mj-lt"/>
          <a:ea typeface="+mj-ea"/>
          <a:cs typeface="+mj-cs"/>
        </a:defRPr>
      </a:lvl1pPr>
    </p:titleStyle>
    <p:bodyStyle>
      <a:lvl1pPr marL="411645" indent="-411645" algn="l" defTabSz="1646571" rtl="0" eaLnBrk="1" latinLnBrk="0" hangingPunct="1">
        <a:lnSpc>
          <a:spcPct val="90000"/>
        </a:lnSpc>
        <a:spcBef>
          <a:spcPts val="1798"/>
        </a:spcBef>
        <a:buFont typeface="Arial" panose="020B0604020202020204" pitchFamily="34" charset="0"/>
        <a:buChar char="•"/>
        <a:defRPr sz="5039" kern="1200">
          <a:solidFill>
            <a:schemeClr val="tx1"/>
          </a:solidFill>
          <a:latin typeface="+mn-lt"/>
          <a:ea typeface="+mn-ea"/>
          <a:cs typeface="+mn-cs"/>
        </a:defRPr>
      </a:lvl1pPr>
      <a:lvl2pPr marL="1234930" indent="-411645" algn="l" defTabSz="1646571" rtl="0" eaLnBrk="1" latinLnBrk="0" hangingPunct="1">
        <a:lnSpc>
          <a:spcPct val="90000"/>
        </a:lnSpc>
        <a:spcBef>
          <a:spcPts val="899"/>
        </a:spcBef>
        <a:buFont typeface="Arial" panose="020B0604020202020204" pitchFamily="34" charset="0"/>
        <a:buChar char="•"/>
        <a:defRPr sz="4323" kern="1200">
          <a:solidFill>
            <a:schemeClr val="tx1"/>
          </a:solidFill>
          <a:latin typeface="+mn-lt"/>
          <a:ea typeface="+mn-ea"/>
          <a:cs typeface="+mn-cs"/>
        </a:defRPr>
      </a:lvl2pPr>
      <a:lvl3pPr marL="2058212" indent="-411645" algn="l" defTabSz="1646571" rtl="0" eaLnBrk="1" latinLnBrk="0" hangingPunct="1">
        <a:lnSpc>
          <a:spcPct val="90000"/>
        </a:lnSpc>
        <a:spcBef>
          <a:spcPts val="899"/>
        </a:spcBef>
        <a:buFont typeface="Arial" panose="020B0604020202020204" pitchFamily="34" charset="0"/>
        <a:buChar char="•"/>
        <a:defRPr sz="3602" kern="1200">
          <a:solidFill>
            <a:schemeClr val="tx1"/>
          </a:solidFill>
          <a:latin typeface="+mn-lt"/>
          <a:ea typeface="+mn-ea"/>
          <a:cs typeface="+mn-cs"/>
        </a:defRPr>
      </a:lvl3pPr>
      <a:lvl4pPr marL="2881502"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4pPr>
      <a:lvl5pPr marL="3704783"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5pPr>
      <a:lvl6pPr marL="4528073"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6pPr>
      <a:lvl7pPr marL="5351359"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7pPr>
      <a:lvl8pPr marL="6174639"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8pPr>
      <a:lvl9pPr marL="6997930"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9pPr>
    </p:bodyStyle>
    <p:otherStyle>
      <a:defPPr>
        <a:defRPr lang="en-US"/>
      </a:defPPr>
      <a:lvl1pPr marL="0" algn="l" defTabSz="1646571" rtl="0" eaLnBrk="1" latinLnBrk="0" hangingPunct="1">
        <a:defRPr sz="3241" kern="1200">
          <a:solidFill>
            <a:schemeClr val="tx1"/>
          </a:solidFill>
          <a:latin typeface="+mn-lt"/>
          <a:ea typeface="+mn-ea"/>
          <a:cs typeface="+mn-cs"/>
        </a:defRPr>
      </a:lvl1pPr>
      <a:lvl2pPr marL="823285" algn="l" defTabSz="1646571" rtl="0" eaLnBrk="1" latinLnBrk="0" hangingPunct="1">
        <a:defRPr sz="3241" kern="1200">
          <a:solidFill>
            <a:schemeClr val="tx1"/>
          </a:solidFill>
          <a:latin typeface="+mn-lt"/>
          <a:ea typeface="+mn-ea"/>
          <a:cs typeface="+mn-cs"/>
        </a:defRPr>
      </a:lvl2pPr>
      <a:lvl3pPr marL="1646571" algn="l" defTabSz="1646571" rtl="0" eaLnBrk="1" latinLnBrk="0" hangingPunct="1">
        <a:defRPr sz="3241" kern="1200">
          <a:solidFill>
            <a:schemeClr val="tx1"/>
          </a:solidFill>
          <a:latin typeface="+mn-lt"/>
          <a:ea typeface="+mn-ea"/>
          <a:cs typeface="+mn-cs"/>
        </a:defRPr>
      </a:lvl3pPr>
      <a:lvl4pPr marL="2469856" algn="l" defTabSz="1646571" rtl="0" eaLnBrk="1" latinLnBrk="0" hangingPunct="1">
        <a:defRPr sz="3241" kern="1200">
          <a:solidFill>
            <a:schemeClr val="tx1"/>
          </a:solidFill>
          <a:latin typeface="+mn-lt"/>
          <a:ea typeface="+mn-ea"/>
          <a:cs typeface="+mn-cs"/>
        </a:defRPr>
      </a:lvl4pPr>
      <a:lvl5pPr marL="3293142" algn="l" defTabSz="1646571" rtl="0" eaLnBrk="1" latinLnBrk="0" hangingPunct="1">
        <a:defRPr sz="3241" kern="1200">
          <a:solidFill>
            <a:schemeClr val="tx1"/>
          </a:solidFill>
          <a:latin typeface="+mn-lt"/>
          <a:ea typeface="+mn-ea"/>
          <a:cs typeface="+mn-cs"/>
        </a:defRPr>
      </a:lvl5pPr>
      <a:lvl6pPr marL="4116427" algn="l" defTabSz="1646571" rtl="0" eaLnBrk="1" latinLnBrk="0" hangingPunct="1">
        <a:defRPr sz="3241" kern="1200">
          <a:solidFill>
            <a:schemeClr val="tx1"/>
          </a:solidFill>
          <a:latin typeface="+mn-lt"/>
          <a:ea typeface="+mn-ea"/>
          <a:cs typeface="+mn-cs"/>
        </a:defRPr>
      </a:lvl6pPr>
      <a:lvl7pPr marL="4939713" algn="l" defTabSz="1646571" rtl="0" eaLnBrk="1" latinLnBrk="0" hangingPunct="1">
        <a:defRPr sz="3241" kern="1200">
          <a:solidFill>
            <a:schemeClr val="tx1"/>
          </a:solidFill>
          <a:latin typeface="+mn-lt"/>
          <a:ea typeface="+mn-ea"/>
          <a:cs typeface="+mn-cs"/>
        </a:defRPr>
      </a:lvl7pPr>
      <a:lvl8pPr marL="5762993" algn="l" defTabSz="1646571" rtl="0" eaLnBrk="1" latinLnBrk="0" hangingPunct="1">
        <a:defRPr sz="3241" kern="1200">
          <a:solidFill>
            <a:schemeClr val="tx1"/>
          </a:solidFill>
          <a:latin typeface="+mn-lt"/>
          <a:ea typeface="+mn-ea"/>
          <a:cs typeface="+mn-cs"/>
        </a:defRPr>
      </a:lvl8pPr>
      <a:lvl9pPr marL="6586284" algn="l" defTabSz="1646571" rtl="0" eaLnBrk="1" latinLnBrk="0" hangingPunct="1">
        <a:defRPr sz="324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iki.openstreetmap.org/wiki/API" TargetMode="External"/><Relationship Id="rId7" Type="http://schemas.openxmlformats.org/officeDocument/2006/relationships/image" Target="../media/image2.png"/><Relationship Id="rId2" Type="http://schemas.openxmlformats.org/officeDocument/2006/relationships/hyperlink" Target="https://www.bing.com/search?q=%22https%3A%2F%2Fdoi.org%2F10.1109%2FCOMST.2015.2444095%22" TargetMode="Externa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hyperlink" Target="https://www.php.net/docs.php" TargetMode="External"/><Relationship Id="rId4" Type="http://schemas.openxmlformats.org/officeDocument/2006/relationships/hyperlink" Target="https://www.w3school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AF757CC-C832-3EB9-8642-C2DADE82A7D6}"/>
              </a:ext>
            </a:extLst>
          </p:cNvPr>
          <p:cNvSpPr/>
          <p:nvPr/>
        </p:nvSpPr>
        <p:spPr>
          <a:xfrm>
            <a:off x="-1" y="1"/>
            <a:ext cx="16459202" cy="2692060"/>
          </a:xfrm>
          <a:prstGeom prst="rect">
            <a:avLst/>
          </a:prstGeom>
          <a:solidFill>
            <a:srgbClr val="5F5F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8"/>
          </a:p>
        </p:txBody>
      </p:sp>
      <p:sp>
        <p:nvSpPr>
          <p:cNvPr id="4" name="Rectangle 3">
            <a:extLst>
              <a:ext uri="{FF2B5EF4-FFF2-40B4-BE49-F238E27FC236}">
                <a16:creationId xmlns:a16="http://schemas.microsoft.com/office/drawing/2014/main" id="{55F827C5-EB36-36D8-57E4-E142A1A8C67D}"/>
              </a:ext>
            </a:extLst>
          </p:cNvPr>
          <p:cNvSpPr/>
          <p:nvPr/>
        </p:nvSpPr>
        <p:spPr>
          <a:xfrm>
            <a:off x="-5" y="4016522"/>
            <a:ext cx="16459203" cy="6104232"/>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marL="342900" indent="-342900" algn="just">
              <a:lnSpc>
                <a:spcPct val="150000"/>
              </a:lnSpc>
              <a:buFont typeface="Arial" panose="020B0604020202020204" pitchFamily="34" charset="0"/>
              <a:buChar char="•"/>
            </a:pP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BEE37FD5-5EF1-EDB2-8DF3-A5AA932536BE}"/>
              </a:ext>
            </a:extLst>
          </p:cNvPr>
          <p:cNvSpPr/>
          <p:nvPr/>
        </p:nvSpPr>
        <p:spPr>
          <a:xfrm>
            <a:off x="-2" y="10118010"/>
            <a:ext cx="16459203" cy="5824474"/>
          </a:xfrm>
          <a:prstGeom prst="rect">
            <a:avLst/>
          </a:prstGeom>
          <a:solidFill>
            <a:srgbClr val="BFE7F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3A021296-65E9-56EE-2F9B-01E9D7D98AE3}"/>
              </a:ext>
            </a:extLst>
          </p:cNvPr>
          <p:cNvSpPr/>
          <p:nvPr/>
        </p:nvSpPr>
        <p:spPr>
          <a:xfrm>
            <a:off x="-2" y="15942477"/>
            <a:ext cx="16459203" cy="6237015"/>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7" name="Rectangle 6">
            <a:extLst>
              <a:ext uri="{FF2B5EF4-FFF2-40B4-BE49-F238E27FC236}">
                <a16:creationId xmlns:a16="http://schemas.microsoft.com/office/drawing/2014/main" id="{8CC73F69-4CF5-AB24-E8A8-73DEEF223A8F}"/>
              </a:ext>
            </a:extLst>
          </p:cNvPr>
          <p:cNvSpPr/>
          <p:nvPr/>
        </p:nvSpPr>
        <p:spPr>
          <a:xfrm>
            <a:off x="-2" y="22179494"/>
            <a:ext cx="16459203" cy="5378472"/>
          </a:xfrm>
          <a:prstGeom prst="rect">
            <a:avLst/>
          </a:prstGeom>
          <a:solidFill>
            <a:srgbClr val="FC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a:p>
        </p:txBody>
      </p:sp>
      <p:sp>
        <p:nvSpPr>
          <p:cNvPr id="8" name="Rectangle 7">
            <a:extLst>
              <a:ext uri="{FF2B5EF4-FFF2-40B4-BE49-F238E27FC236}">
                <a16:creationId xmlns:a16="http://schemas.microsoft.com/office/drawing/2014/main" id="{6BB6150E-B6D9-0477-CF16-6A98BF9C825F}"/>
              </a:ext>
            </a:extLst>
          </p:cNvPr>
          <p:cNvSpPr/>
          <p:nvPr/>
        </p:nvSpPr>
        <p:spPr>
          <a:xfrm>
            <a:off x="-2" y="27557964"/>
            <a:ext cx="16459203" cy="5360434"/>
          </a:xfrm>
          <a:prstGeom prst="rect">
            <a:avLst/>
          </a:prstGeom>
          <a:solidFill>
            <a:srgbClr val="D7F5CD"/>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a:p>
        </p:txBody>
      </p:sp>
      <p:sp>
        <p:nvSpPr>
          <p:cNvPr id="19" name="Rectangle 18"/>
          <p:cNvSpPr/>
          <p:nvPr/>
        </p:nvSpPr>
        <p:spPr>
          <a:xfrm>
            <a:off x="187036" y="4044802"/>
            <a:ext cx="3159279" cy="54903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99" b="1" dirty="0">
                <a:solidFill>
                  <a:schemeClr val="tx1"/>
                </a:solidFill>
                <a:latin typeface="Times New Roman" panose="02020603050405020304" pitchFamily="18" charset="0"/>
                <a:cs typeface="Times New Roman" panose="02020603050405020304" pitchFamily="18" charset="0"/>
              </a:rPr>
              <a:t>INTRODUCTION</a:t>
            </a:r>
            <a:endParaRPr lang="en-IN" sz="2799" b="1" dirty="0">
              <a:solidFill>
                <a:schemeClr val="tx1"/>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BA700850-254E-CEFB-BC41-4AE4951B636A}"/>
              </a:ext>
            </a:extLst>
          </p:cNvPr>
          <p:cNvSpPr/>
          <p:nvPr/>
        </p:nvSpPr>
        <p:spPr>
          <a:xfrm>
            <a:off x="-2" y="2698062"/>
            <a:ext cx="16459203" cy="1325224"/>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a:p>
        </p:txBody>
      </p:sp>
      <p:sp>
        <p:nvSpPr>
          <p:cNvPr id="22" name="Rectangle 21"/>
          <p:cNvSpPr/>
          <p:nvPr/>
        </p:nvSpPr>
        <p:spPr>
          <a:xfrm>
            <a:off x="187042" y="16251378"/>
            <a:ext cx="1879890"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99" b="1" dirty="0">
                <a:solidFill>
                  <a:schemeClr val="tx1"/>
                </a:solidFill>
                <a:latin typeface="Times New Roman" panose="02020603050405020304" pitchFamily="18" charset="0"/>
                <a:cs typeface="Times New Roman" panose="02020603050405020304" pitchFamily="18" charset="0"/>
              </a:rPr>
              <a:t>RESULTS</a:t>
            </a:r>
            <a:endParaRPr lang="en-IN" sz="2799" b="1" dirty="0">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187042" y="22386831"/>
            <a:ext cx="5908962"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99" b="1" dirty="0">
                <a:solidFill>
                  <a:schemeClr val="tx1"/>
                </a:solidFill>
                <a:latin typeface="Times New Roman" panose="02020603050405020304" pitchFamily="18" charset="0"/>
                <a:cs typeface="Times New Roman" panose="02020603050405020304" pitchFamily="18" charset="0"/>
              </a:rPr>
              <a:t>DISCUSSION AND CONCLUSION</a:t>
            </a:r>
            <a:endParaRPr lang="en-IN" sz="2799" b="1" dirty="0">
              <a:solidFill>
                <a:schemeClr val="tx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187042" y="27911837"/>
            <a:ext cx="3022889"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99" b="1" dirty="0">
                <a:solidFill>
                  <a:schemeClr val="tx1"/>
                </a:solidFill>
                <a:latin typeface="Times New Roman" panose="02020603050405020304" pitchFamily="18" charset="0"/>
                <a:cs typeface="Times New Roman" panose="02020603050405020304" pitchFamily="18" charset="0"/>
              </a:rPr>
              <a:t>BIBLIOGRAPHY</a:t>
            </a:r>
            <a:endParaRPr lang="en-IN" sz="2799" b="1" dirty="0">
              <a:solidFill>
                <a:schemeClr val="tx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37EBDFB-488C-7F01-6765-9DA15C34FC9B}"/>
              </a:ext>
            </a:extLst>
          </p:cNvPr>
          <p:cNvSpPr txBox="1"/>
          <p:nvPr/>
        </p:nvSpPr>
        <p:spPr>
          <a:xfrm>
            <a:off x="374075" y="2982640"/>
            <a:ext cx="15505042" cy="646652"/>
          </a:xfrm>
          <a:prstGeom prst="rect">
            <a:avLst/>
          </a:prstGeom>
          <a:noFill/>
        </p:spPr>
        <p:txBody>
          <a:bodyPr wrap="square" rtlCol="0">
            <a:spAutoFit/>
          </a:bodyPr>
          <a:lstStyle/>
          <a:p>
            <a:pPr algn="ctr" rtl="0">
              <a:spcBef>
                <a:spcPts val="1200"/>
              </a:spcBef>
              <a:buNone/>
            </a:pPr>
            <a:r>
              <a:rPr lang="en-US" sz="3602" b="1" dirty="0">
                <a:latin typeface="Times New Roman" panose="02020603050405020304" pitchFamily="18" charset="0"/>
                <a:cs typeface="Times New Roman" panose="02020603050405020304" pitchFamily="18" charset="0"/>
              </a:rPr>
              <a:t>Travel Planning Website</a:t>
            </a:r>
          </a:p>
        </p:txBody>
      </p:sp>
      <p:sp>
        <p:nvSpPr>
          <p:cNvPr id="20" name="Rectangle 19"/>
          <p:cNvSpPr/>
          <p:nvPr/>
        </p:nvSpPr>
        <p:spPr>
          <a:xfrm>
            <a:off x="187047" y="10269290"/>
            <a:ext cx="5185062"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99" b="1" dirty="0">
                <a:solidFill>
                  <a:schemeClr val="tx1"/>
                </a:solidFill>
                <a:latin typeface="Times New Roman" panose="02020603050405020304" pitchFamily="18" charset="0"/>
                <a:cs typeface="Times New Roman" panose="02020603050405020304" pitchFamily="18" charset="0"/>
              </a:rPr>
              <a:t>MATERIALS AND METHODS</a:t>
            </a:r>
            <a:endParaRPr lang="en-IN" sz="2799" b="1" dirty="0">
              <a:solidFill>
                <a:schemeClr val="tx1"/>
              </a:solidFill>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A362008D-D9AE-CC4A-00C7-D2C269A08BF0}"/>
              </a:ext>
            </a:extLst>
          </p:cNvPr>
          <p:cNvSpPr txBox="1"/>
          <p:nvPr/>
        </p:nvSpPr>
        <p:spPr>
          <a:xfrm>
            <a:off x="328936" y="19383535"/>
            <a:ext cx="15864617" cy="2795958"/>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t-test value of 3.45 (p = 0.0015) confirms that the difference in user satisfaction is statistically significant.</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means the higher rating of the Travel Planning Website is not due to random variation but reflects a real performance difference.</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95% confidence interval for the Trave Planner (4.4–4.8) does not overlap with the Make My Trip (3.6–4.0).</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This further confirms that the Travel Planning website consistently performs better across different user samples.</a:t>
            </a:r>
          </a:p>
        </p:txBody>
      </p:sp>
      <p:sp>
        <p:nvSpPr>
          <p:cNvPr id="37" name="TextBox 36">
            <a:extLst>
              <a:ext uri="{FF2B5EF4-FFF2-40B4-BE49-F238E27FC236}">
                <a16:creationId xmlns:a16="http://schemas.microsoft.com/office/drawing/2014/main" id="{A362008D-D9AE-CC4A-00C7-D2C269A08BF0}"/>
              </a:ext>
            </a:extLst>
          </p:cNvPr>
          <p:cNvSpPr txBox="1"/>
          <p:nvPr/>
        </p:nvSpPr>
        <p:spPr>
          <a:xfrm>
            <a:off x="238606" y="17425771"/>
            <a:ext cx="9249450" cy="400238"/>
          </a:xfrm>
          <a:prstGeom prst="rect">
            <a:avLst/>
          </a:prstGeom>
          <a:noFill/>
        </p:spPr>
        <p:txBody>
          <a:bodyPr wrap="square" rtlCol="0">
            <a:spAutoFit/>
          </a:bodyPr>
          <a:lstStyle/>
          <a:p>
            <a:pPr marL="343043" indent="-343043">
              <a:buFont typeface="Wingdings" panose="05000000000000000000" pitchFamily="2" charset="2"/>
              <a:buChar char="Ø"/>
            </a:pPr>
            <a:endParaRPr lang="en-IN" sz="2001" b="1"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A362008D-D9AE-CC4A-00C7-D2C269A08BF0}"/>
              </a:ext>
            </a:extLst>
          </p:cNvPr>
          <p:cNvSpPr txBox="1"/>
          <p:nvPr/>
        </p:nvSpPr>
        <p:spPr>
          <a:xfrm>
            <a:off x="189643" y="23148168"/>
            <a:ext cx="16006517" cy="3911135"/>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Travel Planner Website</a:t>
            </a:r>
            <a:r>
              <a:rPr lang="en-US" sz="2400" dirty="0">
                <a:latin typeface="Times New Roman" panose="02020603050405020304" pitchFamily="18" charset="0"/>
                <a:cs typeface="Times New Roman" panose="02020603050405020304" pitchFamily="18" charset="0"/>
              </a:rPr>
              <a:t> successfully assists users in planning trips by generating personalized roadmaps based on selected destinations and travel dates. It simplifies itinerary creation and enhances travel convenience.</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integration of </a:t>
            </a:r>
            <a:r>
              <a:rPr lang="en-US" sz="2400" b="1" dirty="0">
                <a:latin typeface="Times New Roman" panose="02020603050405020304" pitchFamily="18" charset="0"/>
                <a:cs typeface="Times New Roman" panose="02020603050405020304" pitchFamily="18" charset="0"/>
              </a:rPr>
              <a:t>mapping and scheduling technologies</a:t>
            </a:r>
            <a:r>
              <a:rPr lang="en-US" sz="2400" dirty="0">
                <a:latin typeface="Times New Roman" panose="02020603050405020304" pitchFamily="18" charset="0"/>
                <a:cs typeface="Times New Roman" panose="02020603050405020304" pitchFamily="18" charset="0"/>
              </a:rPr>
              <a:t> ensures accurate route generation, optimized travel time.</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demonstrates </a:t>
            </a:r>
            <a:r>
              <a:rPr lang="en-US" sz="2400" b="1" dirty="0">
                <a:latin typeface="Times New Roman" panose="02020603050405020304" pitchFamily="18" charset="0"/>
                <a:cs typeface="Times New Roman" panose="02020603050405020304" pitchFamily="18" charset="0"/>
              </a:rPr>
              <a:t>efficient data handling and user interaction</a:t>
            </a:r>
            <a:r>
              <a:rPr lang="en-US" sz="2400" dirty="0">
                <a:latin typeface="Times New Roman" panose="02020603050405020304" pitchFamily="18" charset="0"/>
                <a:cs typeface="Times New Roman" panose="02020603050405020304" pitchFamily="18" charset="0"/>
              </a:rPr>
              <a:t>, providing real-time suggestions and smooth navigation through an intuitive interface. </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project offers a cost-effective and scalable solution for travelers, with potential to expand features like hotel booking, weather updates, and budget estimation.</a:t>
            </a:r>
          </a:p>
        </p:txBody>
      </p:sp>
      <p:sp>
        <p:nvSpPr>
          <p:cNvPr id="39" name="TextBox 38">
            <a:extLst>
              <a:ext uri="{FF2B5EF4-FFF2-40B4-BE49-F238E27FC236}">
                <a16:creationId xmlns:a16="http://schemas.microsoft.com/office/drawing/2014/main" id="{A362008D-D9AE-CC4A-00C7-D2C269A08BF0}"/>
              </a:ext>
            </a:extLst>
          </p:cNvPr>
          <p:cNvSpPr txBox="1"/>
          <p:nvPr/>
        </p:nvSpPr>
        <p:spPr>
          <a:xfrm>
            <a:off x="187036" y="28595485"/>
            <a:ext cx="16006517" cy="4327147"/>
          </a:xfrm>
          <a:prstGeom prst="rect">
            <a:avLst/>
          </a:prstGeom>
          <a:noFill/>
        </p:spPr>
        <p:txBody>
          <a:bodyPr wrap="square" rtlCol="0">
            <a:spAutoFit/>
          </a:bodyPr>
          <a:lstStyle/>
          <a:p>
            <a:pPr marL="6350" indent="-285750" algn="just">
              <a:lnSpc>
                <a:spcPct val="150000"/>
              </a:lnSpc>
              <a:spcBef>
                <a:spcPts val="11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Al-Fuqaha, Ala, Mohsen </a:t>
            </a:r>
            <a:r>
              <a:rPr lang="en-IN" sz="2400" dirty="0" err="1">
                <a:latin typeface="Times New Roman" panose="02020603050405020304" pitchFamily="18" charset="0"/>
                <a:cs typeface="Times New Roman" panose="02020603050405020304" pitchFamily="18" charset="0"/>
              </a:rPr>
              <a:t>Guizani</a:t>
            </a:r>
            <a:r>
              <a:rPr lang="en-IN" sz="2400" dirty="0">
                <a:latin typeface="Times New Roman" panose="02020603050405020304" pitchFamily="18" charset="0"/>
                <a:cs typeface="Times New Roman" panose="02020603050405020304" pitchFamily="18" charset="0"/>
              </a:rPr>
              <a:t>, Mehdi Mohammadi, Mohammed </a:t>
            </a:r>
            <a:r>
              <a:rPr lang="en-IN" sz="2400" dirty="0" err="1">
                <a:latin typeface="Times New Roman" panose="02020603050405020304" pitchFamily="18" charset="0"/>
                <a:cs typeface="Times New Roman" panose="02020603050405020304" pitchFamily="18" charset="0"/>
              </a:rPr>
              <a:t>Aledhari</a:t>
            </a:r>
            <a:r>
              <a:rPr lang="en-IN" sz="2400" dirty="0">
                <a:latin typeface="Times New Roman" panose="02020603050405020304" pitchFamily="18" charset="0"/>
                <a:cs typeface="Times New Roman" panose="02020603050405020304" pitchFamily="18" charset="0"/>
              </a:rPr>
              <a:t>, and Moussa Ayyash. 2015. “Internet of Things: A Survey on Enabling Technologies, Protocols, and Applications.” </a:t>
            </a:r>
            <a:r>
              <a:rPr lang="en-IN" sz="2400" i="1" dirty="0">
                <a:latin typeface="Times New Roman" panose="02020603050405020304" pitchFamily="18" charset="0"/>
                <a:cs typeface="Times New Roman" panose="02020603050405020304" pitchFamily="18" charset="0"/>
              </a:rPr>
              <a:t>IEEE Communications Surveys &amp; Tutorials</a:t>
            </a:r>
            <a:r>
              <a:rPr lang="en-IN" sz="2400" dirty="0">
                <a:latin typeface="Times New Roman" panose="02020603050405020304" pitchFamily="18" charset="0"/>
                <a:cs typeface="Times New Roman" panose="02020603050405020304" pitchFamily="18" charset="0"/>
              </a:rPr>
              <a:t> 17 (4): 2347–2376. DOI: 10.1109/COMST.2015.2444095 </a:t>
            </a:r>
            <a:r>
              <a:rPr lang="en-IN" sz="2400"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(doi.org in Bing)</a:t>
            </a:r>
            <a:endParaRPr lang="en-IN" sz="2400" dirty="0">
              <a:latin typeface="Times New Roman" panose="02020603050405020304" pitchFamily="18" charset="0"/>
              <a:cs typeface="Times New Roman" panose="02020603050405020304" pitchFamily="18" charset="0"/>
            </a:endParaRPr>
          </a:p>
          <a:p>
            <a:pPr marL="6350" indent="-285750" algn="just">
              <a:lnSpc>
                <a:spcPct val="150000"/>
              </a:lnSpc>
              <a:spcBef>
                <a:spcPts val="11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OpenStreetMap Foundation. 2025. </a:t>
            </a:r>
            <a:r>
              <a:rPr lang="en-US" sz="2400" i="1" dirty="0">
                <a:latin typeface="Times New Roman" panose="02020603050405020304" pitchFamily="18" charset="0"/>
                <a:cs typeface="Times New Roman" panose="02020603050405020304" pitchFamily="18" charset="0"/>
              </a:rPr>
              <a:t>OpenStreetMap API and Data Access Guide</a:t>
            </a:r>
            <a:r>
              <a:rPr lang="en-US" sz="2400" dirty="0">
                <a:latin typeface="Times New Roman" panose="02020603050405020304" pitchFamily="18" charset="0"/>
                <a:cs typeface="Times New Roman" panose="02020603050405020304" pitchFamily="18" charset="0"/>
              </a:rPr>
              <a:t>. Version 3.2. [Online]. Available: </a:t>
            </a:r>
            <a:r>
              <a:rPr lang="en-US" sz="2400"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https://wiki.openstreetmap.org/wiki/API</a:t>
            </a:r>
            <a:endParaRPr lang="en-US" sz="2400" dirty="0">
              <a:latin typeface="Times New Roman" panose="02020603050405020304" pitchFamily="18" charset="0"/>
              <a:cs typeface="Times New Roman" panose="02020603050405020304" pitchFamily="18" charset="0"/>
            </a:endParaRPr>
          </a:p>
          <a:p>
            <a:pPr marL="6350" indent="-285750" algn="just">
              <a:lnSpc>
                <a:spcPct val="150000"/>
              </a:lnSpc>
              <a:spcBef>
                <a:spcPts val="11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W3Schools. 2026. </a:t>
            </a:r>
            <a:r>
              <a:rPr lang="en-US" sz="2400" i="1" dirty="0">
                <a:latin typeface="Times New Roman" panose="02020603050405020304" pitchFamily="18" charset="0"/>
                <a:cs typeface="Times New Roman" panose="02020603050405020304" pitchFamily="18" charset="0"/>
              </a:rPr>
              <a:t>HTML, CSS, and JavaScript Web Development Tutorials</a:t>
            </a:r>
            <a:r>
              <a:rPr lang="en-US" sz="2400" dirty="0">
                <a:latin typeface="Times New Roman" panose="02020603050405020304" pitchFamily="18" charset="0"/>
                <a:cs typeface="Times New Roman" panose="02020603050405020304" pitchFamily="18" charset="0"/>
              </a:rPr>
              <a:t>. [Online]. Available: </a:t>
            </a:r>
            <a:r>
              <a:rPr lang="en-US" sz="2400"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https://www.w3schools.com</a:t>
            </a:r>
            <a:endParaRPr lang="en-US" sz="2400" dirty="0">
              <a:latin typeface="Times New Roman" panose="02020603050405020304" pitchFamily="18" charset="0"/>
              <a:cs typeface="Times New Roman" panose="02020603050405020304" pitchFamily="18" charset="0"/>
            </a:endParaRPr>
          </a:p>
          <a:p>
            <a:pPr marL="6350" indent="-285750" algn="just">
              <a:lnSpc>
                <a:spcPct val="150000"/>
              </a:lnSpc>
              <a:spcBef>
                <a:spcPts val="11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PHP Group. 2026. </a:t>
            </a:r>
            <a:r>
              <a:rPr lang="en-US" sz="2400" i="1" dirty="0">
                <a:latin typeface="Times New Roman" panose="02020603050405020304" pitchFamily="18" charset="0"/>
                <a:cs typeface="Times New Roman" panose="02020603050405020304" pitchFamily="18" charset="0"/>
              </a:rPr>
              <a:t>PHP Manual – Official Documentation</a:t>
            </a:r>
            <a:r>
              <a:rPr lang="en-US" sz="2400" dirty="0">
                <a:latin typeface="Times New Roman" panose="02020603050405020304" pitchFamily="18" charset="0"/>
                <a:cs typeface="Times New Roman" panose="02020603050405020304" pitchFamily="18" charset="0"/>
              </a:rPr>
              <a:t>. [Online]. Available: </a:t>
            </a:r>
            <a:r>
              <a:rPr lang="en-US" sz="2400" dirty="0">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https://www.php.net/docs.php</a:t>
            </a:r>
            <a:endParaRPr lang="en-IN" sz="2400" b="1" dirty="0">
              <a:latin typeface="Times New Roman" panose="02020603050405020304" pitchFamily="18" charset="0"/>
              <a:cs typeface="Times New Roman" panose="02020603050405020304" pitchFamily="18" charset="0"/>
            </a:endParaRPr>
          </a:p>
        </p:txBody>
      </p:sp>
      <p:sp>
        <p:nvSpPr>
          <p:cNvPr id="17" name="Rectangle 6">
            <a:extLst>
              <a:ext uri="{FF2B5EF4-FFF2-40B4-BE49-F238E27FC236}">
                <a16:creationId xmlns:a16="http://schemas.microsoft.com/office/drawing/2014/main" id="{78C155F7-AA0E-61AF-DD1F-85185A013657}"/>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27" name="TextBox 26">
            <a:extLst>
              <a:ext uri="{FF2B5EF4-FFF2-40B4-BE49-F238E27FC236}">
                <a16:creationId xmlns:a16="http://schemas.microsoft.com/office/drawing/2014/main" id="{5B8FB7E5-6242-6C7B-474E-D8347550AE7D}"/>
              </a:ext>
            </a:extLst>
          </p:cNvPr>
          <p:cNvSpPr txBox="1"/>
          <p:nvPr/>
        </p:nvSpPr>
        <p:spPr>
          <a:xfrm>
            <a:off x="205792" y="11032167"/>
            <a:ext cx="16006516" cy="4467057"/>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user interface is built using </a:t>
            </a:r>
            <a:r>
              <a:rPr lang="en-US" sz="2400" b="1" dirty="0">
                <a:latin typeface="Times New Roman" panose="02020603050405020304" pitchFamily="18" charset="0"/>
                <a:cs typeface="Times New Roman" panose="02020603050405020304" pitchFamily="18" charset="0"/>
              </a:rPr>
              <a:t>HTML, CSS, and JavaScript. </a:t>
            </a:r>
            <a:r>
              <a:rPr lang="en-US" sz="2400" dirty="0">
                <a:latin typeface="Times New Roman" panose="02020603050405020304" pitchFamily="18" charset="0"/>
                <a:cs typeface="Times New Roman" panose="02020603050405020304" pitchFamily="18" charset="0"/>
              </a:rPr>
              <a:t>This ensures a responsive design where users can easily select destinations and travel dates. Interactive components such as calendars, dropdowns, and maps enhance usability.</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backend, developed with </a:t>
            </a:r>
            <a:r>
              <a:rPr lang="en-US" sz="2400" b="1" dirty="0">
                <a:latin typeface="Times New Roman" panose="02020603050405020304" pitchFamily="18" charset="0"/>
                <a:cs typeface="Times New Roman" panose="02020603050405020304" pitchFamily="18" charset="0"/>
              </a:rPr>
              <a:t>PHP </a:t>
            </a:r>
            <a:r>
              <a:rPr lang="en-US" sz="2400" dirty="0">
                <a:latin typeface="Times New Roman" panose="02020603050405020304" pitchFamily="18" charset="0"/>
                <a:cs typeface="Times New Roman" panose="02020603050405020304" pitchFamily="18" charset="0"/>
              </a:rPr>
              <a:t>processes user inputs and communicates with external APIs. It handles data validation, roadmap generation, and ensures secure communication between client and server.</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MySQL database</a:t>
            </a:r>
            <a:r>
              <a:rPr lang="en-US" sz="2400" dirty="0">
                <a:latin typeface="Times New Roman" panose="02020603050405020304" pitchFamily="18" charset="0"/>
                <a:cs typeface="Times New Roman" panose="02020603050405020304" pitchFamily="18" charset="0"/>
              </a:rPr>
              <a:t> stores user preferences, destinations, and generated roadmap. This allows users to revisit or modify their travel plans later. The database schema is designed to efficiently manage trip details, routes, and accommodation data.</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integrates with </a:t>
            </a:r>
            <a:r>
              <a:rPr lang="en-US" sz="2400" b="1" dirty="0">
                <a:latin typeface="Times New Roman" panose="02020603050405020304" pitchFamily="18" charset="0"/>
                <a:cs typeface="Times New Roman" panose="02020603050405020304" pitchFamily="18" charset="0"/>
              </a:rPr>
              <a:t>OpenStreetMap</a:t>
            </a:r>
            <a:r>
              <a:rPr lang="en-US" sz="2400" dirty="0">
                <a:latin typeface="Times New Roman" panose="02020603050405020304" pitchFamily="18" charset="0"/>
                <a:cs typeface="Times New Roman" panose="02020603050405020304" pitchFamily="18" charset="0"/>
              </a:rPr>
              <a:t> to fetch real-time travel data, routes, and points of interest. APIs for weather forecasts and hotel booking can also be incorporated to provide comprehensive travel suggestions.</a:t>
            </a:r>
          </a:p>
        </p:txBody>
      </p:sp>
      <p:sp>
        <p:nvSpPr>
          <p:cNvPr id="34" name="Rectangle 14">
            <a:extLst>
              <a:ext uri="{FF2B5EF4-FFF2-40B4-BE49-F238E27FC236}">
                <a16:creationId xmlns:a16="http://schemas.microsoft.com/office/drawing/2014/main" id="{D221B73F-1B1D-EFE4-3BD8-921F974D4B05}"/>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6" name="Picture 25"/>
          <p:cNvPicPr>
            <a:picLocks noChangeAspect="1"/>
          </p:cNvPicPr>
          <p:nvPr/>
        </p:nvPicPr>
        <p:blipFill>
          <a:blip r:embed="rId6">
            <a:extLst>
              <a:ext uri="{28A0092B-C50C-407E-A947-70E740481C1C}">
                <a14:useLocalDpi xmlns:a14="http://schemas.microsoft.com/office/drawing/2010/main" val="0"/>
              </a:ext>
            </a:extLst>
          </a:blip>
          <a:srcRect/>
          <a:stretch/>
        </p:blipFill>
        <p:spPr>
          <a:xfrm>
            <a:off x="243443" y="290580"/>
            <a:ext cx="15952717" cy="1832477"/>
          </a:xfrm>
          <a:prstGeom prst="rect">
            <a:avLst/>
          </a:prstGeom>
        </p:spPr>
      </p:pic>
      <p:sp>
        <p:nvSpPr>
          <p:cNvPr id="2" name="TextBox 1">
            <a:extLst>
              <a:ext uri="{FF2B5EF4-FFF2-40B4-BE49-F238E27FC236}">
                <a16:creationId xmlns:a16="http://schemas.microsoft.com/office/drawing/2014/main" id="{7A2AA490-4F2E-AC7C-3242-402CB2C428A7}"/>
              </a:ext>
            </a:extLst>
          </p:cNvPr>
          <p:cNvSpPr txBox="1"/>
          <p:nvPr/>
        </p:nvSpPr>
        <p:spPr>
          <a:xfrm>
            <a:off x="9772667" y="1490306"/>
            <a:ext cx="6420886" cy="923330"/>
          </a:xfrm>
          <a:prstGeom prst="rect">
            <a:avLst/>
          </a:prstGeom>
          <a:noFill/>
        </p:spPr>
        <p:txBody>
          <a:bodyPr wrap="square" rtlCol="0">
            <a:spAutoFit/>
          </a:bodyPr>
          <a:lstStyle/>
          <a:p>
            <a:pPr algn="r"/>
            <a:r>
              <a:rPr lang="en-US"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Student Name: J. Sai Chandu</a:t>
            </a:r>
          </a:p>
          <a:p>
            <a:pPr algn="r"/>
            <a:r>
              <a:rPr lang="en-IN"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Project Guide: Dr. Rama Arunmozhi</a:t>
            </a:r>
          </a:p>
          <a:p>
            <a:pPr algn="r"/>
            <a:r>
              <a:rPr lang="en-IN"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rPr>
              <a:t>Reg. No: </a:t>
            </a:r>
            <a:r>
              <a:rPr lang="en-IN" b="1" i="0" dirty="0">
                <a:solidFill>
                  <a:schemeClr val="bg1"/>
                </a:solidFill>
                <a:effectLst/>
                <a:latin typeface="Times New Roman" panose="02020603050405020304" pitchFamily="18" charset="0"/>
                <a:ea typeface="Tahoma" panose="020B0604030504040204" pitchFamily="34" charset="0"/>
                <a:cs typeface="Times New Roman" panose="02020603050405020304" pitchFamily="18" charset="0"/>
              </a:rPr>
              <a:t>192211216</a:t>
            </a:r>
            <a:endParaRPr lang="en-IN" b="1" dirty="0">
              <a:solidFill>
                <a:schemeClr val="bg1"/>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0" name="TextBox 29">
            <a:extLst>
              <a:ext uri="{FF2B5EF4-FFF2-40B4-BE49-F238E27FC236}">
                <a16:creationId xmlns:a16="http://schemas.microsoft.com/office/drawing/2014/main" id="{3EE1CEDE-CCBE-5472-9CED-ACBDDDC0496A}"/>
              </a:ext>
            </a:extLst>
          </p:cNvPr>
          <p:cNvSpPr txBox="1"/>
          <p:nvPr/>
        </p:nvSpPr>
        <p:spPr>
          <a:xfrm>
            <a:off x="187035" y="4648589"/>
            <a:ext cx="10607799" cy="501913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Travel Planner Website helps users plan trips by selecting destinations and travel dates.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generates a personalized roadmap based on user inputs.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provides optimized routes, attractions, and accommodation suggestions.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aims to simplify travel planning through automation and intelligent recommendations.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platform enhances user experience with an interactive and easy-to-use interface.</a:t>
            </a:r>
          </a:p>
        </p:txBody>
      </p:sp>
      <p:sp>
        <p:nvSpPr>
          <p:cNvPr id="21" name="TextBox 20">
            <a:extLst>
              <a:ext uri="{FF2B5EF4-FFF2-40B4-BE49-F238E27FC236}">
                <a16:creationId xmlns:a16="http://schemas.microsoft.com/office/drawing/2014/main" id="{1ADA572C-8D6A-CFC2-F5A5-FFF115C260E2}"/>
              </a:ext>
            </a:extLst>
          </p:cNvPr>
          <p:cNvSpPr txBox="1"/>
          <p:nvPr/>
        </p:nvSpPr>
        <p:spPr>
          <a:xfrm>
            <a:off x="12481850" y="8602119"/>
            <a:ext cx="2868396" cy="369332"/>
          </a:xfrm>
          <a:prstGeom prst="rect">
            <a:avLst/>
          </a:prstGeom>
          <a:noFill/>
        </p:spPr>
        <p:txBody>
          <a:bodyPr wrap="square" rtlCol="0">
            <a:spAutoFit/>
          </a:bodyPr>
          <a:lstStyle/>
          <a:p>
            <a:r>
              <a:rPr lang="en-US" dirty="0"/>
              <a:t>Website Home Page</a:t>
            </a:r>
            <a:endParaRPr lang="en-IN" dirty="0"/>
          </a:p>
        </p:txBody>
      </p:sp>
      <p:graphicFrame>
        <p:nvGraphicFramePr>
          <p:cNvPr id="44" name="Table 43">
            <a:extLst>
              <a:ext uri="{FF2B5EF4-FFF2-40B4-BE49-F238E27FC236}">
                <a16:creationId xmlns:a16="http://schemas.microsoft.com/office/drawing/2014/main" id="{E6A3BF99-7FC7-3B92-DB45-D70CBBE49754}"/>
              </a:ext>
            </a:extLst>
          </p:cNvPr>
          <p:cNvGraphicFramePr>
            <a:graphicFrameLocks noGrp="1"/>
          </p:cNvGraphicFramePr>
          <p:nvPr>
            <p:extLst>
              <p:ext uri="{D42A27DB-BD31-4B8C-83A1-F6EECF244321}">
                <p14:modId xmlns:p14="http://schemas.microsoft.com/office/powerpoint/2010/main" val="193950278"/>
              </p:ext>
            </p:extLst>
          </p:nvPr>
        </p:nvGraphicFramePr>
        <p:xfrm>
          <a:off x="8268908" y="16201760"/>
          <a:ext cx="7924645" cy="2937141"/>
        </p:xfrm>
        <a:graphic>
          <a:graphicData uri="http://schemas.openxmlformats.org/drawingml/2006/table">
            <a:tbl>
              <a:tblPr firstRow="1" bandRow="1">
                <a:tableStyleId>{5C22544A-7EE6-4342-B048-85BDC9FD1C3A}</a:tableStyleId>
              </a:tblPr>
              <a:tblGrid>
                <a:gridCol w="1584929">
                  <a:extLst>
                    <a:ext uri="{9D8B030D-6E8A-4147-A177-3AD203B41FA5}">
                      <a16:colId xmlns:a16="http://schemas.microsoft.com/office/drawing/2014/main" val="1517809510"/>
                    </a:ext>
                  </a:extLst>
                </a:gridCol>
                <a:gridCol w="1584929">
                  <a:extLst>
                    <a:ext uri="{9D8B030D-6E8A-4147-A177-3AD203B41FA5}">
                      <a16:colId xmlns:a16="http://schemas.microsoft.com/office/drawing/2014/main" val="1852490526"/>
                    </a:ext>
                  </a:extLst>
                </a:gridCol>
                <a:gridCol w="1584929">
                  <a:extLst>
                    <a:ext uri="{9D8B030D-6E8A-4147-A177-3AD203B41FA5}">
                      <a16:colId xmlns:a16="http://schemas.microsoft.com/office/drawing/2014/main" val="679310993"/>
                    </a:ext>
                  </a:extLst>
                </a:gridCol>
                <a:gridCol w="1584929">
                  <a:extLst>
                    <a:ext uri="{9D8B030D-6E8A-4147-A177-3AD203B41FA5}">
                      <a16:colId xmlns:a16="http://schemas.microsoft.com/office/drawing/2014/main" val="1410315688"/>
                    </a:ext>
                  </a:extLst>
                </a:gridCol>
                <a:gridCol w="1584929">
                  <a:extLst>
                    <a:ext uri="{9D8B030D-6E8A-4147-A177-3AD203B41FA5}">
                      <a16:colId xmlns:a16="http://schemas.microsoft.com/office/drawing/2014/main" val="584573909"/>
                    </a:ext>
                  </a:extLst>
                </a:gridCol>
              </a:tblGrid>
              <a:tr h="750175">
                <a:tc>
                  <a:txBody>
                    <a:bodyPr/>
                    <a:lstStyle/>
                    <a:p>
                      <a:pPr algn="ctr"/>
                      <a:r>
                        <a:rPr lang="en-US" sz="2000" dirty="0">
                          <a:latin typeface="Times New Roman" panose="02020603050405020304" pitchFamily="18" charset="0"/>
                          <a:cs typeface="Times New Roman" panose="02020603050405020304" pitchFamily="18" charset="0"/>
                        </a:rPr>
                        <a:t>Platform</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Mean  (%)</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Std. Error</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CI Lower</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CI UPPER</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44132084"/>
                  </a:ext>
                </a:extLst>
              </a:tr>
              <a:tr h="1093483">
                <a:tc>
                  <a:txBody>
                    <a:bodyPr/>
                    <a:lstStyle/>
                    <a:p>
                      <a:pPr algn="ctr">
                        <a:buNone/>
                      </a:pPr>
                      <a:r>
                        <a:rPr lang="en-IN" sz="2000" dirty="0">
                          <a:latin typeface="Times New Roman" panose="02020603050405020304" pitchFamily="18" charset="0"/>
                          <a:cs typeface="Times New Roman" panose="02020603050405020304" pitchFamily="18" charset="0"/>
                        </a:rPr>
                        <a:t>Travel Planning website</a:t>
                      </a:r>
                    </a:p>
                  </a:txBody>
                  <a:tcPr anchor="ctr"/>
                </a:tc>
                <a:tc>
                  <a:txBody>
                    <a:bodyPr/>
                    <a:lstStyle/>
                    <a:p>
                      <a:pPr algn="ctr">
                        <a:buNone/>
                      </a:pPr>
                      <a:r>
                        <a:rPr lang="en-IN" sz="2000">
                          <a:latin typeface="Times New Roman" panose="02020603050405020304" pitchFamily="18" charset="0"/>
                          <a:cs typeface="Times New Roman" panose="02020603050405020304" pitchFamily="18" charset="0"/>
                        </a:rPr>
                        <a:t>88.5</a:t>
                      </a:r>
                    </a:p>
                  </a:txBody>
                  <a:tcPr anchor="ctr"/>
                </a:tc>
                <a:tc>
                  <a:txBody>
                    <a:bodyPr/>
                    <a:lstStyle/>
                    <a:p>
                      <a:pPr algn="ctr">
                        <a:buNone/>
                      </a:pPr>
                      <a:r>
                        <a:rPr lang="en-IN" sz="2000">
                          <a:latin typeface="Times New Roman" panose="02020603050405020304" pitchFamily="18" charset="0"/>
                          <a:cs typeface="Times New Roman" panose="02020603050405020304" pitchFamily="18" charset="0"/>
                        </a:rPr>
                        <a:t>1.8</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85.0</a:t>
                      </a:r>
                    </a:p>
                  </a:txBody>
                  <a:tcPr anchor="ctr"/>
                </a:tc>
                <a:tc>
                  <a:txBody>
                    <a:bodyPr/>
                    <a:lstStyle/>
                    <a:p>
                      <a:pPr algn="ctr">
                        <a:buNone/>
                      </a:pPr>
                      <a:r>
                        <a:rPr lang="en-IN" sz="2000">
                          <a:latin typeface="Times New Roman" panose="02020603050405020304" pitchFamily="18" charset="0"/>
                          <a:cs typeface="Times New Roman" panose="02020603050405020304" pitchFamily="18" charset="0"/>
                        </a:rPr>
                        <a:t>92.0</a:t>
                      </a:r>
                    </a:p>
                  </a:txBody>
                  <a:tcPr anchor="ctr"/>
                </a:tc>
                <a:extLst>
                  <a:ext uri="{0D108BD9-81ED-4DB2-BD59-A6C34878D82A}">
                    <a16:rowId xmlns:a16="http://schemas.microsoft.com/office/drawing/2014/main" val="1809863506"/>
                  </a:ext>
                </a:extLst>
              </a:tr>
              <a:tr h="1093483">
                <a:tc>
                  <a:txBody>
                    <a:bodyPr/>
                    <a:lstStyle/>
                    <a:p>
                      <a:pPr algn="ctr">
                        <a:buNone/>
                      </a:pPr>
                      <a:r>
                        <a:rPr lang="en-IN" sz="2000" dirty="0">
                          <a:latin typeface="Times New Roman" panose="02020603050405020304" pitchFamily="18" charset="0"/>
                          <a:cs typeface="Times New Roman" panose="02020603050405020304" pitchFamily="18" charset="0"/>
                        </a:rPr>
                        <a:t>Make My Trip</a:t>
                      </a:r>
                    </a:p>
                  </a:txBody>
                  <a:tcPr anchor="ctr"/>
                </a:tc>
                <a:tc>
                  <a:txBody>
                    <a:bodyPr/>
                    <a:lstStyle/>
                    <a:p>
                      <a:pPr algn="ctr">
                        <a:buNone/>
                      </a:pPr>
                      <a:r>
                        <a:rPr lang="en-IN" sz="2000">
                          <a:latin typeface="Times New Roman" panose="02020603050405020304" pitchFamily="18" charset="0"/>
                          <a:cs typeface="Times New Roman" panose="02020603050405020304" pitchFamily="18" charset="0"/>
                        </a:rPr>
                        <a:t>72.3</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2.4</a:t>
                      </a:r>
                    </a:p>
                  </a:txBody>
                  <a:tcPr anchor="ctr"/>
                </a:tc>
                <a:tc>
                  <a:txBody>
                    <a:bodyPr/>
                    <a:lstStyle/>
                    <a:p>
                      <a:pPr algn="ctr">
                        <a:buNone/>
                      </a:pPr>
                      <a:r>
                        <a:rPr lang="en-IN" sz="2000">
                          <a:latin typeface="Times New Roman" panose="02020603050405020304" pitchFamily="18" charset="0"/>
                          <a:cs typeface="Times New Roman" panose="02020603050405020304" pitchFamily="18" charset="0"/>
                        </a:rPr>
                        <a:t>67.5</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77.1</a:t>
                      </a:r>
                    </a:p>
                  </a:txBody>
                  <a:tcPr anchor="ctr"/>
                </a:tc>
                <a:extLst>
                  <a:ext uri="{0D108BD9-81ED-4DB2-BD59-A6C34878D82A}">
                    <a16:rowId xmlns:a16="http://schemas.microsoft.com/office/drawing/2014/main" val="1063814467"/>
                  </a:ext>
                </a:extLst>
              </a:tr>
            </a:tbl>
          </a:graphicData>
        </a:graphic>
      </p:graphicFrame>
      <p:pic>
        <p:nvPicPr>
          <p:cNvPr id="11" name="Picture 10">
            <a:extLst>
              <a:ext uri="{FF2B5EF4-FFF2-40B4-BE49-F238E27FC236}">
                <a16:creationId xmlns:a16="http://schemas.microsoft.com/office/drawing/2014/main" id="{3BAC04A2-50AC-998F-0334-74E61DC3C81E}"/>
              </a:ext>
            </a:extLst>
          </p:cNvPr>
          <p:cNvPicPr>
            <a:picLocks noChangeAspect="1"/>
          </p:cNvPicPr>
          <p:nvPr/>
        </p:nvPicPr>
        <p:blipFill>
          <a:blip r:embed="rId7"/>
          <a:stretch>
            <a:fillRect/>
          </a:stretch>
        </p:blipFill>
        <p:spPr>
          <a:xfrm>
            <a:off x="10953438" y="5332409"/>
            <a:ext cx="5347156" cy="2910952"/>
          </a:xfrm>
          <a:prstGeom prst="rect">
            <a:avLst/>
          </a:prstGeom>
        </p:spPr>
      </p:pic>
      <p:pic>
        <p:nvPicPr>
          <p:cNvPr id="18" name="Picture 17">
            <a:extLst>
              <a:ext uri="{FF2B5EF4-FFF2-40B4-BE49-F238E27FC236}">
                <a16:creationId xmlns:a16="http://schemas.microsoft.com/office/drawing/2014/main" id="{4B08B4FB-1510-6085-927C-F962A7177CC3}"/>
              </a:ext>
            </a:extLst>
          </p:cNvPr>
          <p:cNvPicPr>
            <a:picLocks noChangeAspect="1"/>
          </p:cNvPicPr>
          <p:nvPr/>
        </p:nvPicPr>
        <p:blipFill>
          <a:blip r:embed="rId8"/>
          <a:stretch>
            <a:fillRect/>
          </a:stretch>
        </p:blipFill>
        <p:spPr>
          <a:xfrm>
            <a:off x="2315316" y="16149821"/>
            <a:ext cx="5096029" cy="3049176"/>
          </a:xfrm>
          <a:prstGeom prst="rect">
            <a:avLst/>
          </a:prstGeom>
        </p:spPr>
      </p:pic>
    </p:spTree>
    <p:extLst>
      <p:ext uri="{BB962C8B-B14F-4D97-AF65-F5344CB8AC3E}">
        <p14:creationId xmlns:p14="http://schemas.microsoft.com/office/powerpoint/2010/main" val="224981066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634</TotalTime>
  <Words>593</Words>
  <Application>Microsoft Office PowerPoint</Application>
  <PresentationFormat>Custom</PresentationFormat>
  <Paragraphs>46</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Times New Roman</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Ganesh Moorthy</dc:creator>
  <cp:lastModifiedBy>Chandu, Jonnalagadda Sai (Contractor)</cp:lastModifiedBy>
  <cp:revision>46</cp:revision>
  <dcterms:created xsi:type="dcterms:W3CDTF">2023-04-19T08:35:46Z</dcterms:created>
  <dcterms:modified xsi:type="dcterms:W3CDTF">2026-05-20T06:00:15Z</dcterms:modified>
</cp:coreProperties>
</file>